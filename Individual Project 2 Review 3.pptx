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501" r:id="rId6"/>
    <p:sldId id="2147470498" r:id="rId7"/>
    <p:sldId id="2147470497" r:id="rId8"/>
    <p:sldId id="2147470499" r:id="rId9"/>
    <p:sldId id="2147470502" r:id="rId10"/>
    <p:sldId id="214747050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Data Narrator: Multi-Agent NL-to-SQL BI Copilot with Autonomous Self-Correction and Insights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Swapnadeep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Das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T9945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The Data Narrator is an offline, privacy-first business intelligence copilot designed to translate natural language queries into executable SQL. </a:t>
            </a:r>
          </a:p>
          <a:p>
            <a:pPr lvl="0"/>
            <a:r>
              <a:rPr lang="en-IN" dirty="0"/>
              <a:t>The system processes enterprise data locally, ensuring zero data leakage to cloud-based LLM providers.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To deploy a multi-agent system capable of dynamic SQL generation, autonomous self-correction, and data visualization. </a:t>
            </a:r>
          </a:p>
          <a:p>
            <a:pPr lvl="0"/>
            <a:r>
              <a:rPr lang="en-IN" dirty="0"/>
              <a:t>To enable non-technical business users to query complex relational databases through a conversational interface.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Enterprise users frequently lack the technical SQL expertise required to extract specific insights from highly relational corporate databases. </a:t>
            </a:r>
          </a:p>
          <a:p>
            <a:pPr lvl="0"/>
            <a:r>
              <a:rPr lang="en-IN" dirty="0"/>
              <a:t>Existing cloud-based solutions present severe security and compliance risks when handling sensitive corporate data.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Engineered a cyclic LangGraph state machine featuring four core nodes: SQL Coder, Database Executor, Visualizer (Agent 4), and Summarizer. </a:t>
            </a:r>
          </a:p>
          <a:p>
            <a:pPr lvl="0"/>
            <a:r>
              <a:rPr lang="en-IN" dirty="0"/>
              <a:t>Migrated from basic mock data to a 6-table relational enterprise schema containing over 10,000 synthetic transaction records to validate complex JOIN logic.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Approach: Utilized a self-healing loop that routes PostgreSQL execution errors back to the local LLM for correction. Implemented regular expression (regex) parsing to extract JSON configurations for chart rendering. </a:t>
            </a:r>
          </a:p>
          <a:p>
            <a:pPr lvl="0"/>
            <a:r>
              <a:rPr lang="en-IN" dirty="0"/>
              <a:t>Tools: Python, LangChain, LangGraph, Llama 3.1 (via Ollama), PostgreSQL, Pandas, Plotly, Streamlit.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Working Solution: Successfully deployed a plain business style Streamlit dashboard featuring reverse-scrolling telemetry streams for clear query tracking. </a:t>
            </a:r>
          </a:p>
          <a:p>
            <a:pPr lvl="0"/>
            <a:r>
              <a:rPr lang="en-IN" dirty="0"/>
              <a:t>Quality of Results: The visualizer node accurately maps SQL output columns to dynamic Plotly figures (Bar, Pie, Line) using fallback logic to prevent rendering crashes. </a:t>
            </a:r>
          </a:p>
          <a:p>
            <a:pPr lvl="0"/>
            <a:r>
              <a:rPr lang="en-IN" dirty="0"/>
              <a:t>Strengths: The system operates completely offline while successfully executing multi-table JOIN operations and resolving syntax errors autonomously. </a:t>
            </a:r>
          </a:p>
          <a:p>
            <a:pPr lvl="0"/>
            <a:r>
              <a:rPr lang="en-IN" dirty="0"/>
              <a:t>Limitations: Running an 8B parameter model locally requires significant compute resources, resulting in higher latency compared to cloud APIs.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Summary: Delivered a fully functional, secure end-to-end NL-to-SQL copilot capable of both text summarization and visual data representation. </a:t>
            </a:r>
          </a:p>
          <a:p>
            <a:pPr lvl="0"/>
            <a:r>
              <a:rPr lang="en-IN" dirty="0"/>
              <a:t>Future Scope: Implementing containerized deployment pipelines utilizing Docker and Kubernetes for scalable enterprise environments. </a:t>
            </a:r>
          </a:p>
          <a:p>
            <a:pPr lvl="0"/>
            <a:r>
              <a:rPr lang="en-IN" dirty="0"/>
              <a:t>Improvements: Exploring quantized model variants to reduce hardware dependencies and improve overall response latency.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I would like to express my gratitude to Professor Saravanaguru RA.K. for providing continuous academic research guidance throughout the development of this project. </a:t>
            </a:r>
          </a:p>
          <a:p>
            <a:pPr lvl="0"/>
            <a:r>
              <a:rPr lang="en-IN" dirty="0"/>
              <a:t>Special thanks to VIT and LTIMindTree for their institutional support and resources.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Official documentation for LangChain, LangGraph, and PostgreSQL. </a:t>
            </a:r>
          </a:p>
          <a:p>
            <a:pPr lvl="0"/>
            <a:r>
              <a:rPr lang="en-IN" dirty="0"/>
              <a:t>API references for Streamlit, Plotly, and Pandas.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523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Swapnadeep Das</cp:lastModifiedBy>
  <cp:revision>15</cp:revision>
  <dcterms:created xsi:type="dcterms:W3CDTF">2024-05-13T10:33:11Z</dcterms:created>
  <dcterms:modified xsi:type="dcterms:W3CDTF">2026-10-07T15:32:04Z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