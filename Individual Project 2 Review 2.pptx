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7" r:id="rId6"/>
    <p:sldId id="2147470498" r:id="rId7"/>
    <p:sldId id="2147470500" r:id="rId8"/>
    <p:sldId id="21474704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Data Narrator: Multi-Agent NL-to-SQL BI Copilot with Autonomous Self-Correction and Insights</a:t>
            </a:r>
            <a:endParaRPr lang="en-US" sz="3600" b="1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Swapnadeep Das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T9945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Developing a completely offline, privacy-first AI system to extract data from enterprise databases using Natural Language. </a:t>
            </a:r>
          </a:p>
          <a:p>
            <a:pPr lvl="0"/>
            <a:r>
              <a:rPr lang="en-IN" dirty="0"/>
              <a:t>Moving beyond the basic prompt engineering of and implements a robust multi-agent architecture using 'LangGraph'.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To generate accurate SQL queries using a local LLM, ensuring 100% data privacy. </a:t>
            </a:r>
          </a:p>
          <a:p>
            <a:pPr lvl="0"/>
            <a:r>
              <a:rPr lang="en-IN" dirty="0"/>
              <a:t>To build a Self-Correction mechanism where the AI can autonomously detect database execution errors and rewrite the query. </a:t>
            </a:r>
          </a:p>
          <a:p>
            <a:pPr lvl="0"/>
            <a:r>
              <a:rPr lang="en-IN" dirty="0"/>
              <a:t>To dynamically generate interactive visualizations from raw data based on user requests.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LLM Model (Llama 3.1 - 8B): Selected to ensure completely offline inference and zero data leakage. </a:t>
            </a:r>
          </a:p>
          <a:p>
            <a:pPr lvl="0"/>
            <a:r>
              <a:rPr lang="en-IN" dirty="0"/>
              <a:t>Architecture (LangGraph): Utilized to create a cyclic loop instead of a linear prompt chain, which is essential for error-handling and self-healing. </a:t>
            </a:r>
          </a:p>
          <a:p>
            <a:pPr lvl="0"/>
            <a:r>
              <a:rPr lang="en-IN" dirty="0"/>
              <a:t>UI &amp; Visualization (Streamlit &amp; Plotly): Chosen to build a real-time enterprise dashboard and interactive graphs (Bar, Pie, Line).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Successfully migrated the database from a basic mock setup to a complex 6-table relational enterprise ERP schema (Regions, Departments, Employees, Customers, Products, Sales). </a:t>
            </a:r>
          </a:p>
          <a:p>
            <a:pPr lvl="0"/>
            <a:r>
              <a:rPr lang="en-IN" dirty="0"/>
              <a:t>Generated and injected over 10,000 realistic transaction records using Python Faker to stress-test the model's logic and JOIN operations. </a:t>
            </a:r>
          </a:p>
          <a:p>
            <a:pPr lvl="0"/>
            <a:r>
              <a:rPr lang="en-IN" dirty="0"/>
              <a:t>Insights: Initial runs demonstrate that the multi-agent loop processes complex data much more accurately than standard SQL generation.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Approach: Intent Detection &amp; Regex JSON Parsing. Our visualization agent (Agent 4) determines from the user's prompt whether to provide a text response or parse JSON to render a chart. </a:t>
            </a:r>
          </a:p>
          <a:p>
            <a:pPr lvl="0"/>
            <a:r>
              <a:rPr lang="en-IN" dirty="0"/>
              <a:t>Tools Used: Python, LangChain, LangGraph, PostgreSQL, Pandas, Plotly, Streamlit.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Phase 1 (Completed): Llama 3.1 local setup, PostgreSQL connection, and basic Text-to-SQL generation. </a:t>
            </a:r>
          </a:p>
          <a:p>
            <a:pPr lvl="0"/>
            <a:r>
              <a:rPr lang="en-IN" dirty="0"/>
              <a:t>Phase 2 (Completed): LangGraph self-correction loop, Summarization Node, Streamlit Chat UI, and Agent 4 (Plotly Data Visualization) integration. </a:t>
            </a:r>
          </a:p>
          <a:p>
            <a:pPr lvl="0"/>
            <a:r>
              <a:rPr lang="en-IN" dirty="0"/>
              <a:t>Phase 3 (Pending): Docker containerization and final system architecture optimization.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dirty="0"/>
              <a:t>Node 1 (Coder): Analyzes the enterprise schema and generates raw SQL. </a:t>
            </a:r>
          </a:p>
          <a:p>
            <a:pPr lvl="0"/>
            <a:r>
              <a:rPr lang="en-IN" dirty="0"/>
              <a:t>Node 2 (Executor): Executes the SQL to create a Pandas DataFrame (automatically routes back to Node 1 if an error occurs). </a:t>
            </a:r>
          </a:p>
          <a:p>
            <a:pPr lvl="0"/>
            <a:r>
              <a:rPr lang="en-IN" dirty="0"/>
              <a:t>Node 3 (Visualizer - Agent 4): Generates dynamic Plotly figures from the DataFrame. </a:t>
            </a:r>
          </a:p>
          <a:p>
            <a:pPr lvl="0"/>
            <a:r>
              <a:rPr lang="en-IN" dirty="0"/>
              <a:t>Node 4 (Summarizer): Creates human-like, conversational answers from the raw database output.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510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Swapnadeep Das</cp:lastModifiedBy>
  <cp:revision>13</cp:revision>
  <dcterms:created xsi:type="dcterms:W3CDTF">2024-05-13T10:33:11Z</dcterms:created>
  <dcterms:modified xsi:type="dcterms:W3CDTF">2026-09-27T14:33:19Z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